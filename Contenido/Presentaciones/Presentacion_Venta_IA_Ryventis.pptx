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00E5CC">
              <a:alpha val="10000"/>
            </a:srgbClr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114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800" kern="0" dirty="0">
                <a:solidFill>
                  <a:srgbClr val="00E5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RYVENTIS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9875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 que trabaja para ti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389888"/>
            <a:ext cx="4114800" cy="22860"/>
          </a:xfrm>
          <a:prstGeom prst="rect">
            <a:avLst/>
          </a:prstGeom>
          <a:solidFill>
            <a:srgbClr val="00E5CC">
              <a:alpha val="70000"/>
            </a:srgbClr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00200"/>
            <a:ext cx="6217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0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 negocio,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0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trabajando solo.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11480" y="3657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con IA para PYMEs en Puebla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4389120"/>
            <a:ext cx="2194560" cy="45720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4389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Conoce más →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0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¿Cuántas ventas pierdes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0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mientras duermes?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2148840"/>
            <a:ext cx="2743200" cy="2514600"/>
          </a:xfrm>
          <a:prstGeom prst="rect">
            <a:avLst/>
          </a:prstGeom>
          <a:solidFill>
            <a:srgbClr val="1C1C28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2148840"/>
            <a:ext cx="2743200" cy="457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2313432"/>
            <a:ext cx="2414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53E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38912" y="3017520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perdidos sin respuesta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3566160"/>
            <a:ext cx="2414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70% de los prospectos no reciben respuesta en los primeros 5 minutos — y se van con la competencia.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2148840"/>
            <a:ext cx="2743200" cy="2514600"/>
          </a:xfrm>
          <a:prstGeom prst="rect">
            <a:avLst/>
          </a:prstGeom>
          <a:solidFill>
            <a:srgbClr val="1C1C28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2148840"/>
            <a:ext cx="2743200" cy="457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2313432"/>
            <a:ext cx="2414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53E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4h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410712" y="3017520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perdidas en tareas repetitivas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10712" y="3566160"/>
            <a:ext cx="2414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equipo gasta 3-4 horas diarias respondiendo las mismas preguntas de precio, horario y ubicación.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148840"/>
            <a:ext cx="2743200" cy="2514600"/>
          </a:xfrm>
          <a:prstGeom prst="rect">
            <a:avLst/>
          </a:prstGeom>
          <a:solidFill>
            <a:srgbClr val="1C1C28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2148840"/>
            <a:ext cx="2743200" cy="457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2313432"/>
            <a:ext cx="2414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53E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$$$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382512" y="3017520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seguimiento = dinero perdido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82512" y="3566160"/>
            <a:ext cx="2414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automatización de seguimiento, el 80% de los prospectos nunca reciben un segundo contacto.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4892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ryventis.mx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0E5CC">
              <a:alpha val="92000"/>
            </a:srgbClr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46120" y="0"/>
            <a:ext cx="45720" cy="514350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0A0A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0A0A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SOLUCIÓN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74320" y="25146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que trabaja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24/7, sin descanso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4160520"/>
            <a:ext cx="2560320" cy="411480"/>
          </a:xfrm>
          <a:prstGeom prst="rect">
            <a:avLst/>
          </a:prstGeom>
          <a:solidFill>
            <a:srgbClr val="0A0A0F">
              <a:alpha val="80000"/>
            </a:srgbClr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160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en &lt; 72 horas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66160" y="45720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0" y="411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Inteligente en WhatsApp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06240" y="8229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citas, califica leads y responde dudas en segundos — sin intervención humana, 24/7.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66160" y="1828800"/>
            <a:ext cx="5394960" cy="10973"/>
          </a:xfrm>
          <a:prstGeom prst="rect">
            <a:avLst/>
          </a:prstGeom>
          <a:solidFill>
            <a:srgbClr val="8888A8">
              <a:alpha val="40000"/>
            </a:srgbClr>
          </a:solidFill>
          <a:ln w="12700">
            <a:solidFill>
              <a:srgbClr val="8888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201168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06240" y="1965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de Procesos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06240" y="23774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 tareas repetitivas: cotizaciones, recordatorios y reportes automáticos sin esfuerzo.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66160" y="3383280"/>
            <a:ext cx="5394960" cy="10973"/>
          </a:xfrm>
          <a:prstGeom prst="rect">
            <a:avLst/>
          </a:prstGeom>
          <a:solidFill>
            <a:srgbClr val="8888A8">
              <a:alpha val="40000"/>
            </a:srgbClr>
          </a:solidFill>
          <a:ln w="12700">
            <a:solidFill>
              <a:srgbClr val="8888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66160" y="356616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06240" y="3520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Autónomo de Ventas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206240" y="39319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seguimiento a cada prospecto hasta cerrar la venta. Nunca más un lead olvidado.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0" y="4892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ryventis.mx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REAL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Resultados medibles desde el día 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Ryventis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1508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Ryventis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8229600" cy="658368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965960"/>
            <a:ext cx="3364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de respuesta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41648" y="196596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2 - 24 horas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36208" y="1965960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30 segundos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24328"/>
            <a:ext cx="8229600" cy="658368"/>
          </a:xfrm>
          <a:prstGeom prst="rect">
            <a:avLst/>
          </a:prstGeom>
          <a:solidFill>
            <a:srgbClr val="1C1C28"/>
          </a:solidFill>
          <a:ln w="12700">
            <a:solidFill>
              <a:srgbClr val="1C1C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624328"/>
            <a:ext cx="3364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de abandono de leads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41648" y="2624328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2624328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282696"/>
            <a:ext cx="8229600" cy="658368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82696"/>
            <a:ext cx="3364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Horas/mes en tareas repetitivas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41648" y="3282696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horas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36208" y="3282696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horas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941064"/>
            <a:ext cx="8229600" cy="658368"/>
          </a:xfrm>
          <a:prstGeom prst="rect">
            <a:avLst/>
          </a:prstGeom>
          <a:solidFill>
            <a:srgbClr val="1C1C28"/>
          </a:solidFill>
          <a:ln w="12700">
            <a:solidFill>
              <a:srgbClr val="1C1C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941064"/>
            <a:ext cx="3364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Conversión de prospectos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041648" y="3941064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36208" y="3941064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18 - 25%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promedio: recuperas tu inversión en menos de 90 días  ✓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286000"/>
            <a:ext cx="4572000" cy="4572000"/>
          </a:xfrm>
          <a:prstGeom prst="ellipse">
            <a:avLst/>
          </a:prstGeom>
          <a:solidFill>
            <a:srgbClr val="00E5CC">
              <a:alpha val="10000"/>
            </a:srgbClr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640080"/>
            <a:ext cx="6400800" cy="3657600"/>
          </a:xfrm>
          <a:prstGeom prst="rect">
            <a:avLst/>
          </a:prstGeom>
          <a:solidFill>
            <a:srgbClr val="111118"/>
          </a:solidFill>
          <a:ln w="19050">
            <a:solidFill>
              <a:srgbClr val="00E5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640080"/>
            <a:ext cx="6400800" cy="54864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0" y="868680"/>
            <a:ext cx="237744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868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COMPLETAMENTE GRATUITO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91640" y="14173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0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Diagnóstico gratuito</a:t>
            </a:r>
            <a:endParaRPr lang="en-US" sz="3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0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 60 minutos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691640" y="278892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costo. Sin compromisos. Solo claridad sobre qué automatizar primero.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71800" y="3429000"/>
            <a:ext cx="3200400" cy="548640"/>
          </a:xfrm>
          <a:prstGeom prst="rect">
            <a:avLst/>
          </a:prstGeom>
          <a:solidFill>
            <a:srgbClr val="00E5CC"/>
          </a:solidFill>
          <a:ln w="12700">
            <a:solidFill>
              <a:srgbClr val="00E5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71800" y="3429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tu sesión hoy 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4617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ryventis.solutions@gmail.com   |   ryventis.mx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0" y="4800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00E5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RYVENTIS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Ryventis Solutions — Presentación de Ventas</dc:title>
  <dc:subject>PptxGenJS Presentation</dc:subject>
  <dc:creator>Ryventis Solutions</dc:creator>
  <cp:lastModifiedBy>Ryventis Solutions</cp:lastModifiedBy>
  <cp:revision>1</cp:revision>
  <dcterms:created xsi:type="dcterms:W3CDTF">2026-04-20T16:52:54Z</dcterms:created>
  <dcterms:modified xsi:type="dcterms:W3CDTF">2026-04-20T16:52:54Z</dcterms:modified>
</cp:coreProperties>
</file>